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-1828800"/>
            <a:ext cx="5852160" cy="5852160"/>
          </a:xfrm>
          <a:prstGeom prst="ellipse">
            <a:avLst/>
          </a:prstGeom>
          <a:solidFill>
            <a:srgbClr val="0C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3383280"/>
            <a:ext cx="4572000" cy="4572000"/>
          </a:xfrm>
          <a:prstGeom prst="ellipse">
            <a:avLst/>
          </a:prstGeom>
          <a:solidFill>
            <a:srgbClr val="14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291840" cy="3291840"/>
          </a:xfrm>
          <a:prstGeom prst="ellipse">
            <a:avLst/>
          </a:prstGeom>
          <a:solidFill>
            <a:srgbClr val="09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" cy="3840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</a:rPr>
              <a:t>FitSync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38BDF8"/>
                </a:solidFill>
              </a:rPr>
              <a:t>Train Smarter. Eat Better. Stay Accountable.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94A3B8"/>
                </a:solidFill>
              </a:rPr>
              <a:t>An all-in-one fitness platform combining AI-powered workout planning,
personalised nutrition, and community accountability.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462272"/>
            <a:ext cx="6858000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Vanilla JS    No Framework    Privacy-First    Google Calendar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2057400"/>
            <a:ext cx="2514600" cy="640080"/>
          </a:xfrm>
          <a:prstGeom prst="rect">
            <a:avLst/>
          </a:prstGeom>
          <a:solidFill>
            <a:srgbClr val="0D16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0574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Training    AI-Powered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3108960"/>
            <a:ext cx="2514600" cy="640080"/>
          </a:xfrm>
          <a:prstGeom prst="rect">
            <a:avLst/>
          </a:prstGeom>
          <a:solidFill>
            <a:srgbClr val="0D16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1089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Nutrition   Personalised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4160520"/>
            <a:ext cx="2514600" cy="640080"/>
          </a:xfrm>
          <a:prstGeom prst="rect">
            <a:avLst/>
          </a:prstGeom>
          <a:solidFill>
            <a:srgbClr val="0D1628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41605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CF8"/>
                </a:solidFill>
              </a:rPr>
              <a:t>Community   Streaks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093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A354A"/>
                </a:solidFill>
              </a:rPr>
              <a:t>Hackathon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743200"/>
            <a:ext cx="6400800" cy="6400800"/>
          </a:xfrm>
          <a:prstGeom prst="ellipse">
            <a:avLst/>
          </a:prstGeom>
          <a:solidFill>
            <a:srgbClr val="1A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72B6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Fitness apps are fragmented and failing people.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100023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354787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354787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39696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Generic Plans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560320"/>
            <a:ext cx="3145536" cy="45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670048"/>
            <a:ext cx="31455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One-size-fits-all apps ignore your goal, experience level, health conditions, and available equipment. The plan is never really yours.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4315968"/>
            <a:ext cx="3218688" cy="1920240"/>
          </a:xfrm>
          <a:prstGeom prst="rect">
            <a:avLst/>
          </a:prstGeom>
          <a:solidFill>
            <a:srgbClr val="11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40740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</a:rPr>
              <a:t>WHAT PEOPLE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700016"/>
            <a:ext cx="296265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Adaptive programming tailored to who you actually 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7096" y="1481328"/>
            <a:ext cx="354787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7096" y="1481328"/>
            <a:ext cx="354787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139696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Nutrition Link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2560320"/>
            <a:ext cx="3145536" cy="45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8264" y="2670048"/>
            <a:ext cx="31455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Training and nutrition are treated as separate products. Users juggle two or three apps that never speak to each other, creating friction and drop-off.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4315968"/>
            <a:ext cx="3218688" cy="1920240"/>
          </a:xfrm>
          <a:prstGeom prst="rect">
            <a:avLst/>
          </a:prstGeom>
          <a:solidFill>
            <a:srgbClr val="11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440740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WHAT PEOPLE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700016"/>
            <a:ext cx="296265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 single platform that connects food, training, and goals.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1272" y="1481328"/>
            <a:ext cx="354787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91272" y="1481328"/>
            <a:ext cx="3547872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18CF8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139696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Accountability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2560320"/>
            <a:ext cx="3145536" cy="45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670048"/>
            <a:ext cx="31455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Without community and streak mechanics, motivation fades within weeks. There is no one watching, no streak to protect, and no reason to show up.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4" y="4315968"/>
            <a:ext cx="3218688" cy="1920240"/>
          </a:xfrm>
          <a:prstGeom prst="rect">
            <a:avLst/>
          </a:prstGeom>
          <a:solidFill>
            <a:srgbClr val="11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40740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18CF8"/>
                </a:solidFill>
              </a:rPr>
              <a:t>WHAT PEOPLE NEED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700016"/>
            <a:ext cx="296265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Habit circles and daily check-ins that make quitting costly.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1760" y="182880"/>
            <a:ext cx="6949440" cy="6949440"/>
          </a:xfrm>
          <a:prstGeom prst="ellipse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One platform. Built around you from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100023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FitSync unifies three disciplines that always belonged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657600" cy="4617720"/>
          </a:xfrm>
          <a:prstGeom prst="rect">
            <a:avLst/>
          </a:prstGeom>
          <a:solidFill>
            <a:srgbClr val="0D1628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657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848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33472"/>
            <a:ext cx="3255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17520"/>
            <a:ext cx="3255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AI-Powered Planning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355848"/>
            <a:ext cx="3255264" cy="45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493008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Adapts to your level, sport &amp; available 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Periodised programming: LP, DUP, 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82803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Calendar-aware — fits around your real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495544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Health-condition-aware exercise substitutions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920240"/>
            <a:ext cx="3657600" cy="4617720"/>
          </a:xfrm>
          <a:prstGeom prst="rect">
            <a:avLst/>
          </a:prstGeom>
          <a:solidFill>
            <a:srgbClr val="0D162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0248" y="192024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20848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633472"/>
            <a:ext cx="3255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Nutrition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3017520"/>
            <a:ext cx="3255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Smart Meal Planning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71416" y="3355848"/>
            <a:ext cx="3255264" cy="45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3493008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Recognises 19+ dietary preferences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4160520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Generates personalised 7-day meal plans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482803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Auto-builds a categorised shopping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5495544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Sport-specific fueling and macro targets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1920240"/>
            <a:ext cx="3657600" cy="4617720"/>
          </a:xfrm>
          <a:prstGeom prst="rect">
            <a:avLst/>
          </a:prstGeom>
          <a:solidFill>
            <a:srgbClr val="0D1628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1920240"/>
            <a:ext cx="365760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20848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18CF8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633472"/>
            <a:ext cx="3255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3017520"/>
            <a:ext cx="3255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8CF8"/>
                </a:solidFill>
              </a:rPr>
              <a:t>Accountability Circles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4464" y="3355848"/>
            <a:ext cx="3255264" cy="45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3493008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23+ circles across 4 lifestyle categories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160520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Daily streak tracking per circle, per 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482803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Leaderboards, badges, community feed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5495544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Faith, mindfulness, health, and lifestyle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3383280"/>
            <a:ext cx="6400800" cy="6400800"/>
          </a:xfrm>
          <a:prstGeom prst="ellipse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FEATURE — TRAINING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AI that reads you, then builds your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100023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D1C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2286000"/>
            <a:ext cx="4572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202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Build Your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945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Goal, body stats, training history, health conditions, equipment, and preferences.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807208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D1C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172968"/>
            <a:ext cx="4572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80720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Analyses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08152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1,000+ regex rules parse your freeform text to classify you as Beginner, Intermediate, or Advanced.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694176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941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D1C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4059936"/>
            <a:ext cx="4572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69417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Sport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968496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Keywords and performance data identify your sport: gym, running, cycling, swimming, CrossFit, and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581144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811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D1C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4946904"/>
            <a:ext cx="4572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58114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Calendar Conflict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85546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Google Calendar OAuth or .ics import — workouts are scheduled around your actual commitments.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468112"/>
            <a:ext cx="36576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468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D1C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4681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Generate Periodised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7424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Full split with exercises, RPE targets, rest periods, progressive overload, and coaching notes.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417320"/>
            <a:ext cx="5577840" cy="5230368"/>
          </a:xfrm>
          <a:prstGeom prst="rect">
            <a:avLst/>
          </a:prstGeom>
          <a:solidFill>
            <a:srgbClr val="0D1628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1417320"/>
            <a:ext cx="55778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554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Periodisation Models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1938528"/>
            <a:ext cx="5212080" cy="45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2084831"/>
            <a:ext cx="54864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20848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Beginner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34086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Linear Progression (LP)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67919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Weight increases session-to-session. Full-body 3x/week. The fastest way to build a foundation.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3529583"/>
            <a:ext cx="54864" cy="11155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52958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Intermediate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7856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Daily Undulating Periodisation (DUP)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12394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Heavy and volume days within the same week. Upper/Lower or PPL split, 4-5x/week.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4974335"/>
            <a:ext cx="54864" cy="11155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97433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18CF8"/>
                </a:solidFill>
              </a:rPr>
              <a:t>Advanced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523036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Block Periodisation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5568695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Accumulation &gt; Intensification &gt; Peaking cycles. Sport-specific phases, 5-6x/week.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64008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A354A"/>
                </a:solidFill>
              </a:rPr>
              <a:t>Coaching knowledge base: ACSM 2026, NSCA, Israetel, Nuckols, Helms, PowerliftingToWin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03120" y="4297680"/>
            <a:ext cx="5120640" cy="5120640"/>
          </a:xfrm>
          <a:prstGeom prst="ellipse">
            <a:avLst/>
          </a:prstGeom>
          <a:solidFill>
            <a:srgbClr val="05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2103120"/>
            <a:ext cx="5120640" cy="5120640"/>
          </a:xfrm>
          <a:prstGeom prst="ellipse">
            <a:avLst/>
          </a:prstGeom>
          <a:solidFill>
            <a:srgbClr val="100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FEATURES — NUTRITION &amp;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Fuel your body. Build your tribe.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1100023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Nutrition Planner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5212080" cy="1024128"/>
          </a:xfrm>
          <a:prstGeom prst="rect">
            <a:avLst/>
          </a:prstGeom>
          <a:solidFill>
            <a:srgbClr val="0D16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Dietary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Smart recognition of 19+ patterns: vegan, keto, halal, gluten-free, paleo, intermittent fasting, kosher and more — with autocomplete.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63240"/>
            <a:ext cx="5212080" cy="1024128"/>
          </a:xfrm>
          <a:prstGeom prst="rect">
            <a:avLst/>
          </a:prstGeom>
          <a:solidFill>
            <a:srgbClr val="0D16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7-Day Personalised Meals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6557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Plans built around your kitchen inventory, cooking time, caloric targets, and sport-specific fueling protocols.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224528"/>
            <a:ext cx="5212080" cy="1024128"/>
          </a:xfrm>
          <a:prstGeom prst="rect">
            <a:avLst/>
          </a:prstGeom>
          <a:solidFill>
            <a:srgbClr val="0D16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159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Shopping List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2686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Auto-categorised by food group. Quantities estimated per frequency. Items you already own are flagged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385816"/>
            <a:ext cx="5212080" cy="1024128"/>
          </a:xfrm>
          <a:prstGeom prst="rect">
            <a:avLst/>
          </a:prstGeom>
          <a:solidFill>
            <a:srgbClr val="0D16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7725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Budget &amp; Store Tips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881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Seasonal produce swaps, bulk buying advice, and generic brand recommendations — practical, not just healthy.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9904" y="1408176"/>
            <a:ext cx="4572" cy="5449824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46304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</a:rPr>
              <a:t>Community &amp; Streaks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1901952"/>
            <a:ext cx="1755648" cy="804672"/>
          </a:xfrm>
          <a:prstGeom prst="rect">
            <a:avLst/>
          </a:prstGeom>
          <a:solidFill>
            <a:srgbClr val="111C30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920240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18CF8"/>
                </a:solidFill>
              </a:rPr>
              <a:t>23+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377440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Habit Circles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65591" y="1901952"/>
            <a:ext cx="1755648" cy="804672"/>
          </a:xfrm>
          <a:prstGeom prst="rect">
            <a:avLst/>
          </a:prstGeom>
          <a:solidFill>
            <a:srgbClr val="111C3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1" y="1920240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1" y="2377440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Categories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40110" y="1901952"/>
            <a:ext cx="1755648" cy="804672"/>
          </a:xfrm>
          <a:prstGeom prst="rect">
            <a:avLst/>
          </a:prstGeom>
          <a:solidFill>
            <a:srgbClr val="111C3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0110" y="1920240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Daily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0" y="2377440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Check-ins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2889504"/>
            <a:ext cx="5577840" cy="822960"/>
          </a:xfrm>
          <a:prstGeom prst="rect">
            <a:avLst/>
          </a:prstGeom>
          <a:solidFill>
            <a:srgbClr val="0D1628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1072" y="2889504"/>
            <a:ext cx="54864" cy="8229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9352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Faith &amp; Spiritual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2552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Prayer, meditation, yoga,
religious observances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3849624"/>
            <a:ext cx="5577840" cy="822960"/>
          </a:xfrm>
          <a:prstGeom prst="rect">
            <a:avLst/>
          </a:prstGeom>
          <a:solidFill>
            <a:srgbClr val="0D1628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3849624"/>
            <a:ext cx="54864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8953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Mindfulness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21538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Breathwork, journaling,
gratitude, digital detox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4809744"/>
            <a:ext cx="5577840" cy="822960"/>
          </a:xfrm>
          <a:prstGeom prst="rect">
            <a:avLst/>
          </a:prstGeom>
          <a:solidFill>
            <a:srgbClr val="0D16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91072" y="4809744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85546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 &amp; Fitness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17550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Exercise, steps, hydration,
sleep consistency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5769864"/>
            <a:ext cx="5577840" cy="822960"/>
          </a:xfrm>
          <a:prstGeom prst="rect">
            <a:avLst/>
          </a:prstGeom>
          <a:solidFill>
            <a:srgbClr val="0D1628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91072" y="5769864"/>
            <a:ext cx="54864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8155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Lifestyle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613562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Reading, creativity, kindness,
time outdoors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65379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A354A"/>
                </a:solidFill>
              </a:rPr>
              <a:t>Each community tracks independently per user, per circle, per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3200400"/>
            <a:ext cx="7315200" cy="7315200"/>
          </a:xfrm>
          <a:prstGeom prst="ellipse">
            <a:avLst/>
          </a:prstGeom>
          <a:solidFill>
            <a:srgbClr val="05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HOW WE BUILT IT — AI &amp; CORE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The engineering behind the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100023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Experience Analysis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Parses a freeform text field — no dropdowns, no guesswork.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5394960" cy="2331720"/>
          </a:xfrm>
          <a:prstGeom prst="rect">
            <a:avLst/>
          </a:prstGeom>
          <a:solidFill>
            <a:srgbClr val="050A14"/>
          </a:solidFill>
          <a:ln w="9525">
            <a:solidFill>
              <a:srgbClr val="2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94560"/>
            <a:ext cx="539496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" y="2258568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5256" y="225856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6424" y="2258568"/>
            <a:ext cx="109728" cy="109728"/>
          </a:xfrm>
          <a:prstGeom prst="ellipse">
            <a:avLst/>
          </a:prstGeom>
          <a:solidFill>
            <a:srgbClr val="28C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487168"/>
            <a:ext cx="5065776" cy="1947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// Input: "been lifting 3 years, squat 120kg"</a:t>
            </a:r>
          </a:p>
          <a:p>
            <a:pPr algn="l"/>
            <a:r>
              <a:rPr sz="1000">
                <a:solidFill>
                  <a:srgbClr val="64748B"/>
                </a:solidFill>
              </a:rPr>
              <a:t/>
            </a:r>
          </a:p>
          <a:p>
            <a:pPr algn="l"/>
            <a:r>
              <a:rPr sz="1000">
                <a:solidFill>
                  <a:srgbClr val="7DD3FC"/>
                </a:solidFill>
              </a:rPr>
              <a:t>detectSignals(input)  -&gt;  {</a:t>
            </a:r>
          </a:p>
          <a:p>
            <a:pPr algn="l"/>
            <a:r>
              <a:rPr sz="1000">
                <a:solidFill>
                  <a:srgbClr val="4ADE80"/>
                </a:solidFill>
              </a:rPr>
              <a:t>  duration:  "3 years"    // +30 pts</a:t>
            </a:r>
          </a:p>
          <a:p>
            <a:pPr algn="l"/>
            <a:r>
              <a:rPr sz="1000">
                <a:solidFill>
                  <a:srgbClr val="4ADE80"/>
                </a:solidFill>
              </a:rPr>
              <a:t>  strength:  "squat 120"  // +25 pts (inter.)</a:t>
            </a:r>
          </a:p>
          <a:p>
            <a:pPr algn="l"/>
            <a:r>
              <a:rPr sz="1000">
                <a:solidFill>
                  <a:srgbClr val="64748B"/>
                </a:solidFill>
              </a:rPr>
              <a:t>  keywords:  none         // no modifier</a:t>
            </a:r>
          </a:p>
          <a:p>
            <a:pPr algn="l"/>
            <a:r>
              <a:rPr sz="1000">
                <a:solidFill>
                  <a:srgbClr val="7DD3FC"/>
                </a:solidFill>
              </a:rPr>
              <a:t>}</a:t>
            </a:r>
          </a:p>
          <a:p>
            <a:pPr algn="l"/>
            <a:r>
              <a:rPr sz="1000">
                <a:solidFill>
                  <a:srgbClr val="64748B"/>
                </a:solidFill>
              </a:rPr>
              <a:t/>
            </a:r>
          </a:p>
          <a:p>
            <a:pPr algn="l"/>
            <a:r>
              <a:rPr sz="1000">
                <a:solidFill>
                  <a:srgbClr val="FDE68A"/>
                </a:solidFill>
              </a:rPr>
              <a:t>totalScore: 55  -&gt;  INTERMEDIATE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177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1,000+ regex patterns   |   Weighted multi-signal scoring   |   Sport-specific overrides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83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Plan Generation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7667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1.  Select split (Full Body / Upper-Lower / PPL) based on days 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058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2.  Filter exercise pool by equipment available (barbell, bands, BW, etc.)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3.  Substitute contraindicated moves for flagged health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642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4.  Assign rep schemes, RPE targets, and rest periods by phase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408176"/>
            <a:ext cx="4572" cy="5449824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4813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Meal Generation Algorithm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828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Constraint satisfaction approach — dietary rules enforced before any output.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194560"/>
            <a:ext cx="5486400" cy="2011680"/>
          </a:xfrm>
          <a:prstGeom prst="rect">
            <a:avLst/>
          </a:prstGeom>
          <a:solidFill>
            <a:srgbClr val="050A14"/>
          </a:solidFill>
          <a:ln w="9525">
            <a:solidFill>
              <a:srgbClr val="2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194560"/>
            <a:ext cx="54864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64808" y="2258568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65976" y="225856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67144" y="2258568"/>
            <a:ext cx="109728" cy="109728"/>
          </a:xfrm>
          <a:prstGeom prst="ellipse">
            <a:avLst/>
          </a:prstGeom>
          <a:solidFill>
            <a:srgbClr val="28C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2487168"/>
            <a:ext cx="5157216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7DD3FC"/>
                </a:solidFill>
              </a:rPr>
              <a:t>function generateMeals(profile) {</a:t>
            </a:r>
          </a:p>
          <a:p>
            <a:pPr algn="l"/>
            <a:r>
              <a:rPr sz="1000">
                <a:solidFill>
                  <a:srgbClr val="4ADE80"/>
                </a:solidFill>
              </a:rPr>
              <a:t>  const pool = filterByDiet(           </a:t>
            </a:r>
          </a:p>
          <a:p>
            <a:pPr algn="l"/>
            <a:r>
              <a:rPr sz="1000">
                <a:solidFill>
                  <a:srgbClr val="4ADE80"/>
                </a:solidFill>
              </a:rPr>
              <a:t>    ingredients, profile.dietaryPrefs  </a:t>
            </a:r>
          </a:p>
          <a:p>
            <a:pPr algn="l"/>
            <a:r>
              <a:rPr sz="1000">
                <a:solidFill>
                  <a:srgbClr val="4ADE80"/>
                </a:solidFill>
              </a:rPr>
              <a:t>  );                                  </a:t>
            </a:r>
          </a:p>
          <a:p>
            <a:pPr algn="l"/>
            <a:r>
              <a:rPr sz="1000">
                <a:solidFill>
                  <a:srgbClr val="7DD3FC"/>
                </a:solidFill>
              </a:rPr>
              <a:t>  const plan = sampleMeals(pool, 7);  </a:t>
            </a:r>
          </a:p>
          <a:p>
            <a:pPr algn="l"/>
            <a:r>
              <a:rPr sz="1000">
                <a:solidFill>
                  <a:srgbClr val="FDE68A"/>
                </a:solidFill>
              </a:rPr>
              <a:t>  assignQuantities(plan, profile);    </a:t>
            </a:r>
          </a:p>
          <a:p>
            <a:pPr algn="l"/>
            <a:r>
              <a:rPr sz="1000">
                <a:solidFill>
                  <a:srgbClr val="FDE68A"/>
                </a:solidFill>
              </a:rPr>
              <a:t>  return buildShoppingList(plan);     </a:t>
            </a:r>
          </a:p>
          <a:p>
            <a:pPr algn="l"/>
            <a:r>
              <a:rPr sz="1000">
                <a:solidFill>
                  <a:srgbClr val="7DD3FC"/>
                </a:solidFill>
              </a:rP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2976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7 ingredient categories  |  Quantity scaling by meal frequency  |  Macro targets from body comp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6634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Community Streak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0474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Each user has an independent streak per community circle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3766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Daily validation: check-in window resets at midnight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7058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Miss one day -&gt; streak resets to zero, best-ever preserved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60350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Leaderboard sorted by active streak, then all-time best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63642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  •  Feed renders simulated member activity for social proof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0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HOW WE BUILT IT — ARCHITECTURE &amp;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Deliberate decisions. Clean 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100023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Key Engineering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94960" cy="1024128"/>
          </a:xfrm>
          <a:prstGeom prst="rect">
            <a:avLst/>
          </a:prstGeom>
          <a:solidFill>
            <a:srgbClr val="0D1628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54864" cy="1024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11680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Framework (Vanilla 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22576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Chosen deliberately — full control over DOM, zero runtime overhead, no dependency chain to break. Forces deeper understanding of the browser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90672"/>
            <a:ext cx="5394960" cy="1024128"/>
          </a:xfrm>
          <a:prstGeom prst="rect">
            <a:avLst/>
          </a:prstGeom>
          <a:solidFill>
            <a:srgbClr val="0D1628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090672"/>
            <a:ext cx="54864" cy="1024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182112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localStorage as the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93008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 state lives on-device under user-prefixed keys (fs_&lt;username&gt;_&lt;key&gt;). No server, no sync, no data leakage between accounts on shared devices.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61104"/>
            <a:ext cx="5394960" cy="1024128"/>
          </a:xfrm>
          <a:prstGeom prst="rect">
            <a:avLst/>
          </a:prstGeom>
          <a:solidFill>
            <a:srgbClr val="0D1628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261104"/>
            <a:ext cx="54864" cy="1024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352544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SHA-256 Password Hashing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663440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Credentials are hashed client-side before storage. Even if localStorage is inspected, raw passwords are never exposed.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431536"/>
            <a:ext cx="5394960" cy="1024128"/>
          </a:xfrm>
          <a:prstGeom prst="rect">
            <a:avLst/>
          </a:prstGeom>
          <a:solidFill>
            <a:srgbClr val="0D1628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5431536"/>
            <a:ext cx="54864" cy="1024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522976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Module Separation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833872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Logic split across auth.js, community.js, and script.js (418KB). Each file owns one domain — authentication, community, and core app logic.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1408176"/>
            <a:ext cx="4572" cy="5449824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4813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Authentication 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874519"/>
            <a:ext cx="5486400" cy="2103120"/>
          </a:xfrm>
          <a:prstGeom prst="rect">
            <a:avLst/>
          </a:prstGeom>
          <a:solidFill>
            <a:srgbClr val="050A14"/>
          </a:solidFill>
          <a:ln w="9525">
            <a:solidFill>
              <a:srgbClr val="2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1874519"/>
            <a:ext cx="5486400" cy="256032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4808" y="1938527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65976" y="1938527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67144" y="1938527"/>
            <a:ext cx="109728" cy="109728"/>
          </a:xfrm>
          <a:prstGeom prst="ellipse">
            <a:avLst/>
          </a:prstGeom>
          <a:solidFill>
            <a:srgbClr val="28C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167127"/>
            <a:ext cx="5157216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</a:rPr>
              <a:t>// Register</a:t>
            </a:r>
          </a:p>
          <a:p>
            <a:pPr algn="l"/>
            <a:r>
              <a:rPr sz="1000">
                <a:solidFill>
                  <a:srgbClr val="7DD3FC"/>
                </a:solidFill>
              </a:rPr>
              <a:t>const hash = await sha256(password);</a:t>
            </a:r>
          </a:p>
          <a:p>
            <a:pPr algn="l"/>
            <a:r>
              <a:rPr sz="1000">
                <a:solidFill>
                  <a:srgbClr val="4ADE80"/>
                </a:solidFill>
              </a:rPr>
              <a:t>localStorage.setItem(</a:t>
            </a:r>
          </a:p>
          <a:p>
            <a:pPr algn="l"/>
            <a:r>
              <a:rPr sz="1000">
                <a:solidFill>
                  <a:srgbClr val="4ADE80"/>
                </a:solidFill>
              </a:rPr>
              <a:t>  `fs_${username}_creds`,</a:t>
            </a:r>
          </a:p>
          <a:p>
            <a:pPr algn="l"/>
            <a:r>
              <a:rPr sz="1000">
                <a:solidFill>
                  <a:srgbClr val="4ADE80"/>
                </a:solidFill>
              </a:rPr>
              <a:t>  JSON.stringify({ username, hash })</a:t>
            </a:r>
          </a:p>
          <a:p>
            <a:pPr algn="l"/>
            <a:r>
              <a:rPr sz="1000">
                <a:solidFill>
                  <a:srgbClr val="4ADE80"/>
                </a:solidFill>
              </a:rPr>
              <a:t>);</a:t>
            </a:r>
          </a:p>
          <a:p>
            <a:pPr algn="l"/>
            <a:r>
              <a:rPr sz="1000">
                <a:solidFill>
                  <a:srgbClr val="64748B"/>
                </a:solidFill>
              </a:rPr>
              <a:t/>
            </a:r>
          </a:p>
          <a:p>
            <a:pPr algn="l"/>
            <a:r>
              <a:rPr sz="1000">
                <a:solidFill>
                  <a:srgbClr val="64748B"/>
                </a:solidFill>
              </a:rPr>
              <a:t>// Login: re-hash input, compare stored hash</a:t>
            </a:r>
          </a:p>
          <a:p>
            <a:pPr algn="l"/>
            <a:r>
              <a:rPr sz="1000">
                <a:solidFill>
                  <a:srgbClr val="FDE68A"/>
                </a:solidFill>
              </a:rPr>
              <a:t>if (hash === stored.hash) startSession();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11480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Google Calendar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5262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OAuth 2.0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5262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User authorises once. Client ID stored locally for subsequent sessions.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0383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Read Free Slots: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03834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Fetch existing events, parse time blocks, identify gaps that fit session length.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5504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Write Workouts: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55040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POST generated sessions as calendar events with title, notes, and duration.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6062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.ics Fallback: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606247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If no OAuth: export full week as RFC 5545 .ics file for any calendar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2743200"/>
            <a:ext cx="6400800" cy="6400800"/>
          </a:xfrm>
          <a:prstGeom prst="ellipse">
            <a:avLst/>
          </a:prstGeom>
          <a:solidFill>
            <a:srgbClr val="05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Built with precision. No bloat.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100023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39"/>
            <a:ext cx="5486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HTML5 + CSS3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3055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Semantic markup, CSS Grid, Flexbox, custom properties, animations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14599"/>
            <a:ext cx="5486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68879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Vanilla JavaScript ES6+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2491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Classes, async/await, destructuring, template literals — no transpiler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08959"/>
            <a:ext cx="5486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63239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Glassmorphism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31927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Dark theme, gradient blobs, shimmer buttons, animated ring 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03319"/>
            <a:ext cx="5486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657599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localStorage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91363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Persistent user data; per-user key namespacing for isolation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97679"/>
            <a:ext cx="5486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51959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sessionStorage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50799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Current session token — automatically cleared on tab close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892039"/>
            <a:ext cx="5486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46319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Web Crypto API (SHA-256)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10235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Native browser hashing — no crypto library dependency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399"/>
            <a:ext cx="5486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440679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Google Calendar API v3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69671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OAuth 2.0; read + write calendar events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080759"/>
            <a:ext cx="5486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6035039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iCalendar (.ics) RFC 5545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29107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Standard export format compatible with all calendar applications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408176"/>
            <a:ext cx="4572" cy="5449824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481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By the Numbers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1920240"/>
            <a:ext cx="1737360" cy="694944"/>
          </a:xfrm>
          <a:prstGeom prst="rect">
            <a:avLst/>
          </a:prstGeom>
          <a:solidFill>
            <a:srgbClr val="111C3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19568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418 KB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3500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Core JS logic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02168" y="1920240"/>
            <a:ext cx="1737360" cy="694944"/>
          </a:xfrm>
          <a:prstGeom prst="rect">
            <a:avLst/>
          </a:prstGeom>
          <a:solidFill>
            <a:srgbClr val="111C30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2168" y="19568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</a:rPr>
              <a:t>1,000+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23500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AI regex patterns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49256" y="2724912"/>
            <a:ext cx="1737360" cy="694944"/>
          </a:xfrm>
          <a:prstGeom prst="rect">
            <a:avLst/>
          </a:prstGeom>
          <a:solidFill>
            <a:srgbClr val="111C30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49256" y="27614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18CF8"/>
                </a:solidFill>
              </a:rPr>
              <a:t>31 KB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9256" y="315468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Community module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2724912"/>
            <a:ext cx="1737360" cy="694944"/>
          </a:xfrm>
          <a:prstGeom prst="rect">
            <a:avLst/>
          </a:prstGeom>
          <a:solidFill>
            <a:srgbClr val="111C30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27614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15468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App screens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02168" y="3529584"/>
            <a:ext cx="1737360" cy="694944"/>
          </a:xfrm>
          <a:prstGeom prst="rect">
            <a:avLst/>
          </a:prstGeom>
          <a:solidFill>
            <a:srgbClr val="111C30"/>
          </a:solidFill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2168" y="35661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2B6"/>
                </a:solidFill>
              </a:rPr>
              <a:t>23+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8" y="395935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Habit circles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49256" y="3529584"/>
            <a:ext cx="1737360" cy="694944"/>
          </a:xfrm>
          <a:prstGeom prst="rect">
            <a:avLst/>
          </a:prstGeom>
          <a:solidFill>
            <a:srgbClr val="111C3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49256" y="35661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49256" y="395935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Backend servers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35844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File Structure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397763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script.js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397763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Core app — workouts, meals, analysis, periodisation (418KB)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437997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auth.js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4379975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Registration, login, SHA-256 hashing, session management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478231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community.js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78231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Streak logic, circle data, feed rendering, leaderboard (31KB)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518464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style.css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518464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Full responsive design — all pages, animations, glassmorphism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5586983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dashboard.html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1000" y="5586983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8-section training form + calendar sync + plan output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598931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meals.html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598931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Nutrition planner, shopping list, dietary preferences UI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639165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community.html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01000" y="6391655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Circle browser, daily check-in, streak counter, feed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11680" y="-4572000"/>
            <a:ext cx="8229600" cy="822960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From sign-up to active streak in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100023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135331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508760"/>
            <a:ext cx="135331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" y="1645920"/>
            <a:ext cx="457200" cy="457200"/>
          </a:xfrm>
          <a:prstGeom prst="ellipse">
            <a:avLst/>
          </a:prstGeom>
          <a:solidFill>
            <a:srgbClr val="111C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5856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Welcome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2624328"/>
            <a:ext cx="950976" cy="45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4320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Animated splash.
Brand tone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65376" y="1508760"/>
            <a:ext cx="135331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65376" y="1508760"/>
            <a:ext cx="1353312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13432" y="1645920"/>
            <a:ext cx="457200" cy="457200"/>
          </a:xfrm>
          <a:prstGeom prst="ellipse">
            <a:avLst/>
          </a:prstGeom>
          <a:solidFill>
            <a:srgbClr val="111C30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2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25856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Sign 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66544" y="2624328"/>
            <a:ext cx="950976" cy="45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" y="274320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Register securely.
SHA-256 hashed.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6704" y="1508760"/>
            <a:ext cx="135331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46704" y="1508760"/>
            <a:ext cx="135331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94760" y="1645920"/>
            <a:ext cx="457200" cy="457200"/>
          </a:xfrm>
          <a:prstGeom prst="ellipse">
            <a:avLst/>
          </a:prstGeom>
          <a:solidFill>
            <a:srgbClr val="111C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6704" y="225856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Your 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7872" y="2624328"/>
            <a:ext cx="950976" cy="45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46704" y="274320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Goals, kit, health
conditions.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28032" y="1508760"/>
            <a:ext cx="135331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28032" y="1508760"/>
            <a:ext cx="135331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76088" y="1645920"/>
            <a:ext cx="457200" cy="457200"/>
          </a:xfrm>
          <a:prstGeom prst="ellipse">
            <a:avLst/>
          </a:prstGeom>
          <a:solidFill>
            <a:srgbClr val="111C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76088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225856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Sync Calendar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624328"/>
            <a:ext cx="950976" cy="45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274320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Google Cal or
.ics import.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508760"/>
            <a:ext cx="135331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1508760"/>
            <a:ext cx="135331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57416" y="1645920"/>
            <a:ext cx="457200" cy="457200"/>
          </a:xfrm>
          <a:prstGeom prst="ellipse">
            <a:avLst/>
          </a:prstGeom>
          <a:solidFill>
            <a:srgbClr val="111C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57416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25856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Get Your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0528" y="2624328"/>
            <a:ext cx="950976" cy="45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274320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AI generates full
periodised split.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90688" y="1508760"/>
            <a:ext cx="135331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90688" y="1508760"/>
            <a:ext cx="135331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38744" y="1645920"/>
            <a:ext cx="457200" cy="457200"/>
          </a:xfrm>
          <a:prstGeom prst="ellipse">
            <a:avLst/>
          </a:prstGeom>
          <a:solidFill>
            <a:srgbClr val="111C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0688" y="225856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Plan Meals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91856" y="2624328"/>
            <a:ext cx="950976" cy="45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90688" y="274320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7-day plan &amp;
shopping list.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72016" y="1508760"/>
            <a:ext cx="135331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72016" y="1508760"/>
            <a:ext cx="1353312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20072" y="1645920"/>
            <a:ext cx="457200" cy="457200"/>
          </a:xfrm>
          <a:prstGeom prst="ellipse">
            <a:avLst/>
          </a:prstGeom>
          <a:solidFill>
            <a:srgbClr val="111C30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20072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72016" y="225856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Join Circles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73184" y="2624328"/>
            <a:ext cx="950976" cy="45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72016" y="274320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Find your
accountability tribe.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53344" y="1508760"/>
            <a:ext cx="1353312" cy="5074920"/>
          </a:xfrm>
          <a:prstGeom prst="rect">
            <a:avLst/>
          </a:prstGeom>
          <a:solidFill>
            <a:srgbClr val="0D1628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753344" y="1508760"/>
            <a:ext cx="1353312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201400" y="1645920"/>
            <a:ext cx="457200" cy="457200"/>
          </a:xfrm>
          <a:prstGeom prst="ellipse">
            <a:avLst/>
          </a:prstGeom>
          <a:solidFill>
            <a:srgbClr val="111C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01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53344" y="225856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Build Streaks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54512" y="2624328"/>
            <a:ext cx="950976" cy="45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53344" y="274320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Daily check-in.
Climb the board.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A354A"/>
                </a:solidFill>
              </a:rPr>
              <a:t>All data stored locally on your device. No server. No cloud sync. No compromise.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3200400"/>
            <a:ext cx="7315200" cy="7315200"/>
          </a:xfrm>
          <a:prstGeom prst="ellipse">
            <a:avLst/>
          </a:prstGeom>
          <a:solidFill>
            <a:srgbClr val="1A1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</a:rPr>
              <a:t>CHALLENGES &amp;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What was hard. What we learnt.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1100023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40680" cy="2212848"/>
          </a:xfrm>
          <a:prstGeom prst="rect">
            <a:avLst/>
          </a:prstGeom>
          <a:solidFill>
            <a:srgbClr val="0D1628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4068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1848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Without 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5074920" cy="45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5074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Building accurate experience detection without a model meant writing 1,000+ regex patterns and a weighted scoring system by hand. We iterated constantly on edge cases — colloquial phrases, mixed units, implicit signals.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898648"/>
            <a:ext cx="5111496" cy="658368"/>
          </a:xfrm>
          <a:prstGeom prst="rect">
            <a:avLst/>
          </a:prstGeom>
          <a:solidFill>
            <a:srgbClr val="11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</a:rPr>
              <a:t>Takeaway: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1810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Lesson: hand-crafted heuristics can rival ML for narrow, well-defined problems when built with enough care.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1508760"/>
            <a:ext cx="5440680" cy="2212848"/>
          </a:xfrm>
          <a:prstGeom prst="rect">
            <a:avLst/>
          </a:prstGeom>
          <a:solidFill>
            <a:srgbClr val="0D1628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9048" y="1508760"/>
            <a:ext cx="5440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61848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State Without a Framework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1965960"/>
            <a:ext cx="5074920" cy="45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057400"/>
            <a:ext cx="5074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Managing application state, DOM updates, and multi-page navigation in vanilla JS is harder than it looks. There is no reactivity — every state change must be explicitly pushed to the DOM.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898648"/>
            <a:ext cx="5111496" cy="658368"/>
          </a:xfrm>
          <a:prstGeom prst="rect">
            <a:avLst/>
          </a:prstGeom>
          <a:solidFill>
            <a:srgbClr val="11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9260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Takeaway: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11810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Lesson: frameworks solve real problems. Building without them forces you to deeply understand what those problems are.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04488"/>
            <a:ext cx="5440680" cy="2212848"/>
          </a:xfrm>
          <a:prstGeom prst="rect">
            <a:avLst/>
          </a:prstGeom>
          <a:solidFill>
            <a:srgbClr val="0D1628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04488"/>
            <a:ext cx="5440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1421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Calendar Integration Complexity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61688"/>
            <a:ext cx="5074920" cy="45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53128"/>
            <a:ext cx="5074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Google Calendar OAuth has a non-trivial setup: scopes, redirect URIs, token refresh, and CORS constraints. Parsing .ics files added another layer of format-specific edge cases to handle.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5294376"/>
            <a:ext cx="5111496" cy="658368"/>
          </a:xfrm>
          <a:prstGeom prst="rect">
            <a:avLst/>
          </a:prstGeom>
          <a:solidFill>
            <a:srgbClr val="11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218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Takeaway: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1383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Lesson: third-party API integration is rarely straightforward. Plan for auth flows, error states, and fallbacks.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9048" y="3904488"/>
            <a:ext cx="5440680" cy="2212848"/>
          </a:xfrm>
          <a:prstGeom prst="rect">
            <a:avLst/>
          </a:prstGeom>
          <a:solidFill>
            <a:srgbClr val="0D1628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9048" y="3904488"/>
            <a:ext cx="544068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01421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Dietary Constraint Combinations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1928" y="4361688"/>
            <a:ext cx="5074920" cy="45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4453128"/>
            <a:ext cx="5074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19+ dietary preferences can be combined (e.g. vegan + gluten-free + keto). Each combination reduces the valid ingredient pool significantly, requiring the constraint logic to degrade gracefully.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294376"/>
            <a:ext cx="5111496" cy="658368"/>
          </a:xfrm>
          <a:prstGeom prst="rect">
            <a:avLst/>
          </a:prstGeom>
          <a:solidFill>
            <a:srgbClr val="11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53218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18CF8"/>
                </a:solidFill>
              </a:rPr>
              <a:t>Takeaway: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551383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Lesson: constraint satisfaction problems grow exponentially. Test combinations early, not at the 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0" y="-4572000"/>
            <a:ext cx="10058400" cy="10058400"/>
          </a:xfrm>
          <a:prstGeom prst="ellipse">
            <a:avLst/>
          </a:prstGeom>
          <a:solidFill>
            <a:srgbClr val="0C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1828800"/>
            <a:ext cx="10058400" cy="10058400"/>
          </a:xfrm>
          <a:prstGeom prst="ellipse">
            <a:avLst/>
          </a:prstGeom>
          <a:solidFill>
            <a:srgbClr val="16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66160" y="868680"/>
            <a:ext cx="5120640" cy="5120640"/>
          </a:xfrm>
          <a:prstGeom prst="ellipse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FitSync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Train Smarter.   Eat Better.   Stay Accountable.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246120"/>
            <a:ext cx="8165592" cy="4572"/>
          </a:xfrm>
          <a:prstGeom prst="rect">
            <a:avLst/>
          </a:prstGeom>
          <a:solidFill>
            <a:srgbClr val="2A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</a:rPr>
              <a:t>An all-in-one fitness platform built from scratch in a hackathon.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023360"/>
            <a:ext cx="3200400" cy="594360"/>
          </a:xfrm>
          <a:prstGeom prst="rect">
            <a:avLst/>
          </a:prstGeom>
          <a:solidFill>
            <a:srgbClr val="0D16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023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AI-Powered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4023360"/>
            <a:ext cx="3200400" cy="594360"/>
          </a:xfrm>
          <a:prstGeom prst="rect">
            <a:avLst/>
          </a:prstGeom>
          <a:solidFill>
            <a:srgbClr val="0D16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4023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Smart Nutrition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44384" y="4023360"/>
            <a:ext cx="3200400" cy="594360"/>
          </a:xfrm>
          <a:prstGeom prst="rect">
            <a:avLst/>
          </a:prstGeom>
          <a:solidFill>
            <a:srgbClr val="0D1628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4384" y="4023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18CF8"/>
                </a:solidFill>
              </a:rPr>
              <a:t>Accountability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3776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Zero backend  |  Total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93776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1,000+ AI analysis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41324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Google Calendar integrated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1324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19+ dietary 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888736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23+ accountability circles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88736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Works offline after first 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A354A"/>
                </a:solidFill>
              </a:rPr>
              <a:t>Vanilla JS   |   No dependencies   |   Hackathon Project   | 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